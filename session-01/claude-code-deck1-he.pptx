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40"/>
  </p:notesMasterIdLst>
  <p:sldIdLst>
    <p:sldId id="256" r:id="rId2"/>
    <p:sldId id="289" r:id="rId3"/>
    <p:sldId id="288" r:id="rId4"/>
    <p:sldId id="290" r:id="rId5"/>
    <p:sldId id="257" r:id="rId6"/>
    <p:sldId id="296" r:id="rId7"/>
    <p:sldId id="258" r:id="rId8"/>
    <p:sldId id="259" r:id="rId9"/>
    <p:sldId id="260" r:id="rId10"/>
    <p:sldId id="286" r:id="rId11"/>
    <p:sldId id="287" r:id="rId12"/>
    <p:sldId id="291" r:id="rId13"/>
    <p:sldId id="293" r:id="rId14"/>
    <p:sldId id="292" r:id="rId15"/>
    <p:sldId id="261" r:id="rId16"/>
    <p:sldId id="262" r:id="rId17"/>
    <p:sldId id="263" r:id="rId18"/>
    <p:sldId id="295" r:id="rId19"/>
    <p:sldId id="264" r:id="rId20"/>
    <p:sldId id="265" r:id="rId21"/>
    <p:sldId id="266" r:id="rId22"/>
    <p:sldId id="267" r:id="rId23"/>
    <p:sldId id="268" r:id="rId24"/>
    <p:sldId id="284" r:id="rId25"/>
    <p:sldId id="285" r:id="rId26"/>
    <p:sldId id="271" r:id="rId27"/>
    <p:sldId id="272" r:id="rId28"/>
    <p:sldId id="273" r:id="rId29"/>
    <p:sldId id="275" r:id="rId30"/>
    <p:sldId id="274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66"/>
    <p:restoredTop sz="94610"/>
  </p:normalViewPr>
  <p:slideViewPr>
    <p:cSldViewPr snapToGrid="0" snapToObjects="1">
      <p:cViewPr>
        <p:scale>
          <a:sx n="152" d="100"/>
          <a:sy n="152" d="100"/>
        </p:scale>
        <p:origin x="648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והנחיה.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8308C4-4DEA-99CE-AB70-4F4610FE9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6" y="2286000"/>
            <a:ext cx="4451832" cy="36881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840709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5006548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858549" y="4089959"/>
            <a:ext cx="1341372" cy="25033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640" y="225216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3663152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31742" y="2978356"/>
            <a:ext cx="36681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2249858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3" y="3542133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864507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525238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המקצוע —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98682" y="2801647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588624" y="2825494"/>
            <a:ext cx="221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@bcherny  ·  אחד מבוני Claude Code ב-Anthropic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מתמיד —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 ·  טל גורביץ׳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לקלוד תבואו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שוט</a:t>
            </a: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ומפונק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המנטליות שמאפשרת לדרוש - ולקבל.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1288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53796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anything. Even the dumb question.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מטומטמים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53796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לשאול את הסוכן הכל - גם דברים שאתם 'אמורים לדעת'. אין שיפוט, אין אגו. הוא ידריך אתכם צעד-צעד מהסוף להתחלה, גם בנושא שמעולם לא נגעתם בו.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"איך מקימים Google login webclient?"  →  הדרכה שלמה, מההתחלה.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0644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Insist. He can do more than you think.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מפונקים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תסתפקו ב-'הנה ה-SQL, תריץ אצלך'. תדרשו שהוא יבצע. עם מספיק התעקשות, הסוכן יחבר עצמו לכלים שלכם וירוץ דברים בעצמו - במקום להסביר ולעצור.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"לא, תריץ את זה דרך ה-DB CLI שלי"  →  הוא מריץ.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"מקצוענים מנומסים" מקבלים תוצאה בינונית.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המשך הקורס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 — והשאלות שלכם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מפגשים. בין כל מפגש — משימת יישום.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675120" y="2194560"/>
            <a:ext cx="4709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292840" y="219456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7080307" y="2331194"/>
            <a:ext cx="3819927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080307" y="2971515"/>
            <a:ext cx="381992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Building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080307" y="3262890"/>
            <a:ext cx="3819927" cy="30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080307" y="3611595"/>
            <a:ext cx="381992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מ-spec ועד deploy.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194560"/>
            <a:ext cx="4754880" cy="16916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757214" y="2301251"/>
            <a:ext cx="3435012" cy="52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1757214" y="2955312"/>
            <a:ext cx="3435012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Team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57214" y="3241534"/>
            <a:ext cx="3435012" cy="3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7214" y="3595392"/>
            <a:ext cx="3435012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Git, PRs, אוטומציה.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90868" y="283464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939914" y="2788920"/>
            <a:ext cx="497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773950" y="3291840"/>
            <a:ext cx="829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6199" y="283464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216199" y="27889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9039" y="3291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ביקשתם — איפה זה ייכנס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66344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11612880" y="466344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943600" y="46634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דיוק · חיסכון בטוקנים · דפוסי עבודה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0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46634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1 + משימת יישום על פרויקט שלכם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09320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11612880" y="509320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5943600" y="50932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codebase גדולים · מסדי נתונים · בניית מוצר אמיתי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5093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0932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— מ-spec ועד deploy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552297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612880" y="552297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5943600" y="552297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סוכנים מקבילים · בדיקות אוטומטיות · עבודה כצוות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0" y="552297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55229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 — Git, PRs, אוטומציה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595274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Shape 37"/>
          <p:cNvSpPr/>
          <p:nvPr/>
        </p:nvSpPr>
        <p:spPr>
          <a:xfrm>
            <a:off x="11612880" y="595274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5943600" y="59527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 ל-Copilot/Cursor · יתרונות הפלטפורמה · חיבור לתעשייה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0" y="5952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0080" y="59527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רוחבי — בכל מפגש, לא בנפרד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שלא מצאתם פה? </a:t>
            </a:r>
            <a:r>
              <a:rPr lang="en-US" sz="1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שלחו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Harness?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Token?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היחידה הבסיסית שהמודל קורא וחושב בה - לא מילה, משהו אחר.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6400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= יחידת קלט בסיסית. בערך 4 תווים באנגלית, או חצי-מילה. לא תמיד תואם למילה אחת.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3116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world"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["hello"]  ["·world"]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5196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83640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"reconstruction"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["recon"]  ["struction"]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404164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"שלום עולם"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denser tokenization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tokens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31520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בערך כמה Tokens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31520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אנגלית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29768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~1.3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5902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בעברית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59028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~2.5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882896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7315200" y="48828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קוד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488289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– 15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0" y="5175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של 10 מילים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517550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– 25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468112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0" y="546811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4681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~1,500 – 1,600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0" y="5760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וידאו (1fps)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7607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~60K – 100K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7315200" y="6053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אודיו (אחרי תמלול)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05332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0" y="63459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 300 עמודים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34593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~150K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/ Opus  ·  הקשר ברירת מחדל: 200K tokens  ·  עם הרחבה: 1M tokens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 Tokens ב-Claude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גבולות שונים - אחד לכל שיחה, אחד לכל חלון של 5 שעות.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194560"/>
            <a:ext cx="5532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הקשר — לכל שיחה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נכנסים לפרומפט אחד.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32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Haiku 4.5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32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 4.6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32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 4.7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max בכל מודל: 64K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נכנס: system prompt · CLAUDE.md · tools · skills · שיחה · קבצים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כשמתמלא: auto-compact או /compact ידני · /clear מאפס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553212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5-Hour Rolling Window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שימוש — כל 5 שעות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מתגלגל - מתחיל בהודעה הראשונה, מתאפס אחרי 5 שעות.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~88K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5×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~176K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20×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~440K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(הוכפל ב-6 במאי 2026 · המספרים משוערים)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משותף בין כל מוצרי Claude — claude.ai · Code · Desktop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שורף ~1.7× מ-Sonnet · יש גם תקרה שבועית נפרדת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בדוק מצב אמיתי בכל רגע עם  /usage  ·  המספרים זזים — Anthropic מתאים את הקיבולת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גדלים של פרומפטים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'שווה' פרומפט?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מהטריוויאלי לענק - איפה אתם נופלים, ואיפה הסוכן עובד הכי טוב.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טריוויאלי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"תרגם 'שלום' לאנגלית"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52344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752344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2752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קטן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– 1K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523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של פונקציה + הקשר קצר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11247120" cy="502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33101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בינוני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0" y="3310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 – 10K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של PR, רפקטור של קובץ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67912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3867912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686800" y="3867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43600" y="3867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– 100K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867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"קרא את כל הריפו, הסבר ארכיטקטורה"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25696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425696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8686800" y="44256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ענק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436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– 1M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256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שלם · repo + history + tools + skills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212080"/>
            <a:ext cx="1124712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בינוני (5K–10K) עובד יותר טוב מפרומפט מינימליסטי - הסוכן פחות 'ממציא' כשיש לו הקשר.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להשוואה  ·  Tweet ~50  ·  אימייל 200–500  ·  בלוג 1K–3K  ·  פרק ספר 5K–10K  ·  ספר קצר ~100K  ·  הארי פוטר ~1.6M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(עיקרי) 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67975B77-CDA9-2B65-75E3-017D5FC26D74}"/>
              </a:ext>
            </a:extLst>
          </p:cNvPr>
          <p:cNvSpPr/>
          <p:nvPr/>
        </p:nvSpPr>
        <p:spPr>
          <a:xfrm>
            <a:off x="457200" y="662940"/>
            <a:ext cx="5317863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E6D74E8F-D532-E3A5-5BC8-D6B47D0A5208}"/>
              </a:ext>
            </a:extLst>
          </p:cNvPr>
          <p:cNvSpPr/>
          <p:nvPr/>
        </p:nvSpPr>
        <p:spPr>
          <a:xfrm>
            <a:off x="3656045" y="822960"/>
            <a:ext cx="1991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08258-5E7A-F4D8-A0F9-AD3577E94739}"/>
              </a:ext>
            </a:extLst>
          </p:cNvPr>
          <p:cNvSpPr txBox="1"/>
          <p:nvPr/>
        </p:nvSpPr>
        <p:spPr>
          <a:xfrm>
            <a:off x="6927742" y="860156"/>
            <a:ext cx="3324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3385440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נמצא ב-.claude/skills/. Commit ל-git → הצוות מקבל אוטומטית.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69806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/ui  - 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-skill הרשמי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-  ה-skill המוביל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4652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עמוד הזמנת תורים. נגדיר scope, נחליט מה לא בונים.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vs Opus. think → ultrathink. plan mode מול thinking.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דקות של קוד אמיתי. מ-CLAUDE.md ועד deploy ב-Vercel.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546</TotalTime>
  <Words>3401</Words>
  <Application>Microsoft Macintosh PowerPoint</Application>
  <PresentationFormat>Widescreen</PresentationFormat>
  <Paragraphs>693</Paragraphs>
  <Slides>38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28</cp:revision>
  <dcterms:created xsi:type="dcterms:W3CDTF">2026-05-03T12:13:43Z</dcterms:created>
  <dcterms:modified xsi:type="dcterms:W3CDTF">2026-05-10T16:08:05Z</dcterms:modified>
</cp:coreProperties>
</file>