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34"/>
  </p:notesMasterIdLst>
  <p:sldIdLst>
    <p:sldId id="256" r:id="rId2"/>
    <p:sldId id="289" r:id="rId3"/>
    <p:sldId id="288" r:id="rId4"/>
    <p:sldId id="257" r:id="rId5"/>
    <p:sldId id="258" r:id="rId6"/>
    <p:sldId id="259" r:id="rId7"/>
    <p:sldId id="260" r:id="rId8"/>
    <p:sldId id="286" r:id="rId9"/>
    <p:sldId id="287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4" r:id="rId19"/>
    <p:sldId id="285" r:id="rId20"/>
    <p:sldId id="271" r:id="rId21"/>
    <p:sldId id="272" r:id="rId22"/>
    <p:sldId id="273" r:id="rId23"/>
    <p:sldId id="275" r:id="rId24"/>
    <p:sldId id="274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15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16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8912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מוביל מוצר  ·  errn.io  ·  אופקטק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29000" y="2834640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429000" y="28163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הוא הכל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  -  ה-skill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 של skill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</TotalTime>
  <Words>2711</Words>
  <Application>Microsoft Macintosh PowerPoint</Application>
  <PresentationFormat>Widescreen</PresentationFormat>
  <Paragraphs>565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13</cp:revision>
  <dcterms:created xsi:type="dcterms:W3CDTF">2026-05-03T12:13:43Z</dcterms:created>
  <dcterms:modified xsi:type="dcterms:W3CDTF">2026-05-09T06:36:01Z</dcterms:modified>
</cp:coreProperties>
</file>