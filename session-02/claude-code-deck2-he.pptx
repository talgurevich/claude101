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2" r:id="rId4"/>
    <p:sldId id="283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85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5212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מהפרומפט עד פרודקשן - בונים SaaS אמיתי.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38912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מוביל מוצר  ·  errn.io  ·  אופקטק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6916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שנבנה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מה הוא, למי הוא מיועד, מה לא בונים.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07040" y="256032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14800" y="2606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 ו-stack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07040" y="34290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114800" y="3474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מודל, מצבי חשיבה, ההבדל בין thinking ל-plan mode.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07040" y="42976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4114800" y="43434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מ-/init ועד deploy ב-Vercel - צופים, מבצעים, מתקנים יחד.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0" y="51663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4114800" y="5212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548640" y="5257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8600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לא להשתמש, lessons learned, Q&amp;A.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מפגש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לקחנו ממפגש 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חמש אמיתות שצריך לשמור איתנו לכל מה שבונים מכאן.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0312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61320" y="22402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766560" y="22128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= לולאת סוכן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4203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צ'אט. לא autocomplete. סוכן שקורא, עורך, מריץ, ובודק קוד — אוטונומית. אתם סוקרים.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92608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61320" y="30632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766560" y="3035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= זיכרון הפרויקט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הקובץ שמלמד את הסוכן על המאגר. בלעדיו — כל סשן מתחיל מאפס.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74904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61320" y="388620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766560" y="3858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= מומחיות לשימוש חוזר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41879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מודולים שמפעילים את הסוכן עם הנחיה ספציפית: code review, security, UI, ועוד.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57200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61320" y="470916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766560" y="4681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 &gt; פרומפט נאיבי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הפער הוא לא 10% איכות. לעיתים זה ההבדל בין תשובה שימושית לתשובה ש-trash.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539496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61320" y="553212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766560" y="55046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נכון = פחות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0080" y="583387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תזרקו את כל הריפו על הסוכן — תנו רק את מה שצריך. /clear ו-/compact הם החברים שלכם.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היום: מ-spec ועד deploy. עם כל זה ביד.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מפגש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הפקודות שצריך לזכור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ומצבים שצריך להחזיק ביד — חלקם הוצגו במפגש 1, חלק נשתמש היום.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03120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7772400" y="210312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37760" y="210312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מאפס את ההקשר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תוקעים כפתור reset על השיחה. שימושי כשעוברים לנושא חדש.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679192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772400" y="267919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6791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ומכווץ הקשר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67919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/clear — שומר את החשוב, זורק את השאר. עדין יותר.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255264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0" y="3255264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2552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 שימוש בטוקנים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25526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נשאר בחלון 5 השעות, ובמכסה השבועית. הצליל היחיד שאומר 'די'.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31336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831336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7772400" y="383133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383133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מחליף מודל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38313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/ Opus / Haiku. Sonnet ברירת מחדל, Opus לדברים כבדים, Haiku לזריזים.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07408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4407408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7772400" y="44074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/effort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37760" y="440740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מכוון רמת חשיבה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440740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זמן הסוכן 'יחשוב' לפני שהוא עונה. יותר effort = יותר tokens, יותר דיוק.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83480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983480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772400" y="49834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937760" y="4983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 CLAUDE.md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498348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הריפו, כותב לסוכן זיכרון התחלתי על המבנה והקוד.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559552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11612880" y="5559552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7772400" y="555955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Mode  (Shift+Tab)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937760" y="555955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לפני ביצוע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555955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יציג תוכנית קודם — אישור שלכם, ורק אז מתחיל לעבוד. מציל קוד.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הקלידו / בטרמינל לראות את הרשימה המלאה — יש עוד הרבה.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בונים, ולמי.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המוצר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FixSlot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הזמנת תורים לספקי שירות עצמאיים.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מטפלים, מאמנים, מורים פרטיים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מנהלים תורים ב-WhatsApp מסביב לשעון.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Double-bookings, no-shows,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ידניות, רדיפה אחרי תשלום.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יקרות שיכלו ללכת ללקוחות.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66267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קהל היעד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ספקי שירות עצמאיים בישראל.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כ-50,000 בעלי עסק יחיד -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פיזיותרפיסטים,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מאמנים, יועצים, מורים פרטיים.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056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כבר על WhatsApp ו-Instagram -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056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צריכים רק לינק להזמנה.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391363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הזמנה ציבורי לכל ספק: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book.fixslot.io/yossi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בוחר זמן 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משלם פיקדון ←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מקבל אישור באימייל.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הספק רואה את היום בעמוד אחד.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בונים היום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- הסיבה שבאמת נסיים ב-55 דקות.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4652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ספקים בעסק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 יחיד בלבד. צוות → אפשר לעשות, אבל לא היום.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539496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 יומן (Google/iCal)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עצמאי. אינטגרציה כן - בעדכון הבא.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15568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4652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SMS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אימייל בלבד דרך Resend. SMS דורש ספק נוסף ועלויות שונות.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53949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החזרים וביטולים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היא final. flow ביטולים = עוד 4-5 שעות עבודה.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115568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4652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תורים חוזרים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הזמנה היא יחידה. recurring = גרף שאילתות אחר לגמרי.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39496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580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אדמין/ניהול לקוחות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לא נשמרים - רק email לכל הזמנה.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 - ולמה ה-stack הזה.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שנשתמש בו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8961120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47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(App Router) + React + Tailwind + shadcn/ui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961120" y="26334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 / Server Actions, NextAuth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961120" y="3319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192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(Supabase), Prisma ORM, migrations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896112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חיצוניים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0050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PayPlus (תשלומים), Resend (אימייל), אחסון קבצים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961120" y="46908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אירוח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6908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- push to deploy, preview URL לכל branch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8961120" y="5376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שרתי MCP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376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Supabase, Vercel, GitHub  ·  PayPlus דרך REST + docs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NEXT.JS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Next.js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במאגר אחד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Frontend, API, לוגיקת שרת - אותו פרויקט. בלי backend נפרד.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585216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&amp; Actions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שאילתות DB בשרת, בלי קוד glue. פחות טקס.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מכיר אותו לעומק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ה-framework המאומן הכי טוב → פחות הזיות, קוד טוב יותר מהפעם הראשונה.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585216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אקוסיסטם ענק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תשלומים, ORMs, ספריות UI - כולם מניחים ש-Next.js בשימוש.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+ routing + SEO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מובנה. אופטימיזציית תמונות, metadata, streaming - מהקופסה.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85216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64008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לגייס לזה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מיומנויות React בכל מקום - הצוות או שכיר עתידי יוכלו ללמוד.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VERCEL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Vercel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155680" y="202996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1920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צוות Next.js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בלי הגדרות. הבית הטבעי של ה-framework.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155680" y="289864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15568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ל-deploy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push מקבל preview URL - לשתף עם לקוחות לפני merge.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155680" y="376732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115568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657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 מספיק ל-MVP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פרויקטי SaaS בתחילת הדרך לא משלמים עד שיש משתמשים.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155680" y="463600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1155680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עבודת DevOps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vars, logs, analytics, CDN, edge functions - הכל מובנה.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155680" y="550468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155680" y="5504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5394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Vercel MCP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8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יכול לעשות deploy, לקרוא build logs, לתקן שגיאות בלי לצאת מהטרמינל.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חלופות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לבחור אחרת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הזה הוא לא דוֹגמה. שלושה מקרים שכדאי לשקול חלופות.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jobs כבדים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ארוכות, queues, schedulers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הוסף worker (Render, Railway, Heroku)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דרישות data residency נוקשות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אירופי / ישראלי חייב להישאר באזור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בדוק Vercel regions, או self-host על Hetzner / AWS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שלא על React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הצוות הקיים על Vue / Svelte / Rails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SvelteKit, Nuxt או Rails סבירים בהחלט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מודל הנתונים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הנתונים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ישויות, יחסים פשוטים. הזה ה-schema שיוצא מ-Plan mode.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46920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9646920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646920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0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0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784080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0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slug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82328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482328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24344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7324344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24344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61504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61504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providerId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61504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61504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61504" y="43342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159752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159752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01768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001768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001768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38928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38928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startsAt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38928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endsAt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37176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837176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79192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2679192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2679192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816352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16352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slotId  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16352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customerEmail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16352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14600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2514600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56616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356616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356616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93776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93776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bookingId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3776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93776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payplusId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0" name="Shape 48"/>
          <p:cNvSpPr/>
          <p:nvPr/>
        </p:nvSpPr>
        <p:spPr>
          <a:xfrm>
            <a:off x="11612880" y="5212080"/>
            <a:ext cx="91440" cy="9144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10881360" y="5349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731520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האילוץ הקריטי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40080" y="56509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על Booking.slotId - מבטיח אין double-booking ברמת ה-DB. לא מסתמכים על הקליינט.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להתאים את הכלי לעבודה.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בחירת מודל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איזה מודל לבחור?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תפיסה הנדסית כמו בכל משאב אחר - להתאים עלות לחומרה.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 העבודה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חשיבה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697480"/>
            <a:ext cx="91440" cy="86868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59536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שגרתית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834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עריכות קטנות, באגים פשוטים, refactor מקומי, כתיבת tests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ללא thinking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657600"/>
            <a:ext cx="91440" cy="86868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595360" y="3794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מורכבת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794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חוצה-קבצים, תכנון refactor בינוני, בעיות ביצועים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61772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595360" y="4754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בעלות סיכון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ארכיטקטורה, schema design, security review, קוד שיגיע ל-production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עלות לחומרה.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מלכודות: לבחור הכי חזק לכל דבר (איטי ויקר), או לעולם לא להפעיל thinking (תשובות בינוניות לבעיות קשות).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חשיבה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מילות מפתח בפרומפט שמרחיבות את הזמן ש-Claude חושב לפני שהוא עונה. קטנות, חזקות.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31720"/>
            <a:ext cx="91440" cy="73152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96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264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~4K טוקנים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בעיה קטנה אבל לא טריוויאלית - מבנה לפונקציה, החלטה בין שתי גישות.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33649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~10K טוקנים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באג חוצה-קבצים, refactor מורכב, אלגוריתם לא-טריוויאלי.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6908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686800" y="42336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~20K טוקנים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מערכתי שדורש לבחון trade-offs, race conditions עדינים.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93776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8686800" y="51023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~32K טוקנים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1023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כבדות, security review מקיף, בעיות שכבר ניסיתם בלי thinking ונכשלתם.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 לב: thinking עולה טוקנים ומאט תגובה. לא להפעיל על משימות פשוטות.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מול PLAN MODE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תכנון - לא לבלבל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אחד פנימי. אחד חיצוני. עובדים מצוין יחד.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33756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פנימי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9224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9224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חושב בשקט לפני שהוא עונה.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טריגר: מילת מפתח בפרומפט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(think / think hard / ultrathink)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224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התשובה הסופית בלבד.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רואים את ההיגיון - רק את התוצאה.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9224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איכות התשובה.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92240" y="51937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בעיה קשה שצריכה reasoning עמוק.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5852160" y="219456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חיצוני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mode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152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מציג תוכנית - ואתם מאשרים.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טריגר: Shift+Tab עד שמופיע plan mode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התוכנית עצמה.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יעשה, באיזה סדר, באילו קבצים.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שליטה ובטיחות.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לפני שינויים שלא רוצים לטעות בהם.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הם מתחברים.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+ ultrathink = התוכנית הכי שקולה שתקבלו. שמורים לרגעים שזה באמת חשוב.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ממאגר ריק ל-SaaS פרוס.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הפרומפט הראשון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של FixSlot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10 הרכיבים מהמפגש הקודם - מיושמת כאן. (6, 8, 10 מדולגים - אופציונליים.)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612880" y="1874520"/>
            <a:ext cx="73152" cy="4526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·  הקשר וזהות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09397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מהנדס תוכנה בכיר. אנחנו עובדים יחד על FixSlot - SaaS להזמנת תורים לספקי שירות עצמאיים בישראל.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386584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·  טון ותקשורת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ישיר, תמציתי. תשאל אם לא בטוח. אל תוסיף disclaimers. תגיד למה אתה לא מסכים - אל תסכים סתם.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898648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·  רקע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18104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Stack: Next.js 15 (App Router), TypeScript, Tailwind, shadcn/ui, Prisma, Supabase Postgres, NextAuth + Resend, PayPlus, Vercel.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3558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מוצר: ספק מקבל URL ציבורי (book.fixslot.io/yossi). לקוח בוחר slot → משלם פיקדון → מקבל אישור באימייל. הספק רואה לוח-יום ב-dashboard.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648456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·  חוקים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86791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בלבד (לא API routes)  ·  כל קלט עובר Zod  ·  Tailwind בלבד, אין CSS-in-JS  ·  דו-לשוני HE/EN עם RTL  ·  UNIQUE על Booking.slotId - אין double-booking ברמת ה-DB.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16052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·  דוגמאות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37997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קבצים מועדף: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6177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/app/(public)/[slug]/page.tsx       -  booking page ציבורית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55464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/app/(provider)/dashboard/page.tsx  -  דשבורד ספק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09320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/lib/actions/booking.ts             -  server actions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5385816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·  המשימה המיידית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56052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 CLAUDE.md לפרויקט. כלול stack, מוסכמות קוד, מבנה קבצים, ודברים שאסור לעשות.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·  פורמט הפלט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11733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 רק את תוכן ה-CLAUDE.md ב-markdown, מוכן להעתקה. בלי הקדמה, בלי הסברים מסביב.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התוכנית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שלבים, 55 דקות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מהבטן ועד deploy. עוצרים אחרי כל שלב, בודקים את ה-diff.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19456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064240" y="237744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10642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55080" y="2313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55080" y="2651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create-next-app, נבקש מ-Claude לכתוב CLAUDE.md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5303520" y="237744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3035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2313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2651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מודל הנתונים + Prisma schema (ultrathink)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315468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064240" y="333756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0642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55080" y="3273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611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Migrations דרך Supabase MCP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303520" y="333756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303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3273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360" y="3611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 + Resend magic links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064240" y="42976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1064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55080" y="4233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פיצ׳ר CRUD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355080" y="4572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הזמנות, באמצעות ה-skill של shadcn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5303520" y="429768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53035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94360" y="4233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94360" y="4572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PayPlus checkout (REST API + WebFetch על ה-docs)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507492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11064240" y="5257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110642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5508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355080" y="5532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MCP - push ושחרור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507492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5303520" y="525780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Text 40"/>
          <p:cNvSpPr/>
          <p:nvPr/>
        </p:nvSpPr>
        <p:spPr>
          <a:xfrm>
            <a:off x="530352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9436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94360" y="5532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הדבקת שגיאה / צילום מסך, צופים ב-Claude מתקן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8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עכשיו בונים.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29768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לטרמינל. צופים בשינויים. עוצרים, שואלים, מתקנים.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כשנשבר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ה-debug loop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כשהקוד לא רץ, הקפיץ אדום בטרמינל, או ש-Vercel מחזיר build error.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4028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698480" y="24048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הדבק את כל השגיאה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להסתפק ב-"זה לא עובד". העתק את ה-stack trace המלא, את ה-build log מ-Vercel, את ה-error הספציפי.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98480" y="336499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94360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הקשר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3657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ניסית לעשות? איזה קובץ נגעת לאחרונה? אם יש צילום מסך - הדבק. Claude קורא תמונות.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16052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698480" y="432511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4360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ל-Claude לחקור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לתקן מיד - "תאתר את שורש הבעיה לפני שאתה כותב fix". Plan mode כאן עוזר מאוד.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512064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698480" y="52852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943600" y="5257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אמת לפני שאתה מאשר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תיקון לא נגמר עד שהבדיקה עוברת. תריץ tests, תבדוק שה-feature עובדת, ורק אז commit.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לקחת הביתה.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מלכודות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לא להשתמש ב-Claude Code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69164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9270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85623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 בלי tests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 אפשר לאמת את התוצאה. תסמוך על ה-diff - ולא צריך.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78892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0927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295351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סקריפטים חד-פעמיים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2918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אפשר לכתוב ב-30 שניות, פשוט תכתוב. אל תשלם טוקנים על עבודה טריוויאלית.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88620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612880" y="388620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0927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40507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כשצריך לחשוב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ארכיטקטורה, שמות, trade-offs מוצריים. Claude הוא הידיים שלך, לא המוח.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498348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9270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של production תחת לחץ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54864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לרעיונות - כן. ההחלטה - שלך. פלט גרוע בזמן outage כואב.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לפני שינויים גדולים. ultrathink כשזה באמת חשוב.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מודל לעבודה - Sonnet ל-90% מהזמן, Opus כשיש החלטה כבדה.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 CLAUDE.md ראשון. הוא משלם את עצמו בכל סשן הבא.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תכנן את ה-schema לפני קוד. constraints ב-DB, לא בקליינט.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diff אחרי כל שינוי. אתם ה-QA, גם כשממהרים.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כשנשבר - הדבק את כל השגיאה. לא לתקן ראשון - לחקור ראשון.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2312</Words>
  <Application>Microsoft Macintosh PowerPoint</Application>
  <PresentationFormat>Widescreen</PresentationFormat>
  <Paragraphs>439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בנייה</dc:title>
  <dc:subject>PptxGenJS Presentation</dc:subject>
  <dc:creator>טל גורביץ׳</dc:creator>
  <cp:lastModifiedBy>טל גורביץ - מנהל אדמניסטרטיבי, Ofektech</cp:lastModifiedBy>
  <cp:revision>3</cp:revision>
  <dcterms:created xsi:type="dcterms:W3CDTF">2026-05-03T12:13:43Z</dcterms:created>
  <dcterms:modified xsi:type="dcterms:W3CDTF">2026-05-16T05:02:14Z</dcterms:modified>
</cp:coreProperties>
</file>