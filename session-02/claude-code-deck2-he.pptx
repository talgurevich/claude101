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82" r:id="rId4"/>
    <p:sldId id="283" r:id="rId5"/>
    <p:sldId id="259" r:id="rId6"/>
    <p:sldId id="286" r:id="rId7"/>
    <p:sldId id="260" r:id="rId8"/>
    <p:sldId id="284" r:id="rId9"/>
    <p:sldId id="261" r:id="rId10"/>
    <p:sldId id="285" r:id="rId11"/>
    <p:sldId id="258" r:id="rId12"/>
    <p:sldId id="287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485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4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52127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651760"/>
            <a:ext cx="4572000" cy="45720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640080" y="4572000"/>
            <a:ext cx="1371600" cy="1371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114800" y="1463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8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02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20116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371600" y="33832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מהפרומפט עד פרודקשן - </a:t>
            </a:r>
            <a:r>
              <a:rPr lang="en-US" sz="2600" i="1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בונים</a:t>
            </a:r>
            <a:r>
              <a:rPr lang="en-US" sz="26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SaaS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607040" y="5029200"/>
            <a:ext cx="109728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4389120" y="5212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 Tal Gurevich 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נעשה היום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607040" y="16916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114800" y="1737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המוצר שנבנה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דק׳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2148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FixSlot - מה הוא, למי הוא מיועד, מה לא בונים.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607040" y="256032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114800" y="2606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</a:t>
            </a: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וstack</a:t>
            </a: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548640" y="26517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דק׳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017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Next.js, Vercel, Supabase, PayPlus - ולמה דווקא הם.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607040" y="34290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4114800" y="34747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וחשיבה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352044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548640" y="35204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דק׳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860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בחירת מודל, מצבי חשיבה, ההבדל בין thinking ל-plan mode.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607040" y="42976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4114800" y="43434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 חיה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548640" y="43891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דק׳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8600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מ-/init ועד deploy ב-Vercel - צופים, מבצעים, מתקנים יחד.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607040" y="51663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4114800" y="5338361"/>
            <a:ext cx="6400800" cy="374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ושאלות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548640" y="525780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548640" y="52578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דק׳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פתיחה  ·  מפגש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לקחנו ממפגש 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חמש אמיתות שצריך לשמור איתנו לכל מה שבונים מכאן.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03120"/>
            <a:ext cx="91440" cy="74980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561320" y="224028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766560" y="22128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= לולאת סוכן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54203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צ'אט. לא autocomplete. סוכן שקורא, עורך, מריץ, ובודק קוד — אוטונומית. אתם סוקרים.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926080"/>
            <a:ext cx="91440" cy="74980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561320" y="30632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766560" y="30358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= זיכרון הפרויקט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336499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הקובץ שמלמד את הסוכן על המאגר. בלעדיו — כל סשן מתחיל מאפס.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3749040"/>
            <a:ext cx="91440" cy="74980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561320" y="388620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766560" y="38587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= מומחיות לשימוש חוזר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418795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מודולים שמפעילים את הסוכן עם הנחיה ספציפית: code review, security, UI, ועוד.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572000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4572000"/>
            <a:ext cx="91440" cy="74980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561320" y="470916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766560" y="46817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 &gt; פרומפט נאיבי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" y="501091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הפער הוא לא 10% איכות. לעיתים זה ההבדל בין תשובה שימושית לתשובה ש-trash.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5394960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1612880" y="5394960"/>
            <a:ext cx="91440" cy="74980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561320" y="553212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766560" y="550468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נכון = פחות Tokens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40080" y="583387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 תזרקו את כל הריפו על הסוכן — תנו רק את מה שצריך. /clear ו-/compact הם החברים שלכם.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היום: מ-spec ועד deploy. עם כל זה ביד.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פתיחה  ·  מפגש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הפקודות שצריך לזכור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commands ומצבים שצריך להחזיק ביד — חלקם הוצגו במפגש 1, חלק נשתמש היום.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03120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7772400" y="2103120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937760" y="210312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מאפס את ההקשר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10312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תוקעים כפתור reset על השיחה. שימושי כשעוברים לנושא חדש.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679192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679192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7772400" y="2679192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267919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מסכם ומכווץ הקשר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267919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/clear — שומר את החשוב, זורק את השאר. עדין יותר.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3255264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772400" y="3255264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/usage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325526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מציג שימוש בטוקנים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25526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נשאר בחלון 5 השעות, ובמכסה השבועית. הצליל היחיד שאומר 'די'.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831336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3831336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7772400" y="3831336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/model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937760" y="383133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מחליף מודל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38313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/ Opus / Haiku. Sonnet ברירת מחדל, Opus לדברים כבדים, Haiku לזריזים.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07408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1612880" y="4407408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7772400" y="4407408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/effort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937760" y="440740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מכוון רמת חשיבה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" y="440740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זמן הסוכן 'יחשוב' לפני שהוא עונה. יותר effort = יותר tokens, יותר דיוק.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983480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11612880" y="4983480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7772400" y="4983480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/init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937760" y="498348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מייצר CLAUDE.md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" y="498348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סורק את הריפו, כותב לסוכן זיכרון התחלתי על המבנה והקוד.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5559552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11612880" y="5559552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7772400" y="5559552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 Mode  (Shift+Tab)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4937760" y="555955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לפני ביצוע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" y="555955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 יציג תוכנית קודם — אישור שלכם, ורק אז מתחיל לעבוד. מציל קוד.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Text 39"/>
          <p:cNvSpPr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הקלידו / בטרמינל לראות את הרשימה המלאה — יש עוד הרבה.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המוצר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אנחנו בונים, ולמי.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6B654EBD-1558-A93E-9374-C968998236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9406" y="803515"/>
            <a:ext cx="8997184" cy="5473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3B47F7AF-C037-AB8E-47BA-7A5796B266F4}"/>
              </a:ext>
            </a:extLst>
          </p:cNvPr>
          <p:cNvSpPr/>
          <p:nvPr/>
        </p:nvSpPr>
        <p:spPr>
          <a:xfrm>
            <a:off x="-2286000" y="-2651760"/>
            <a:ext cx="3366655" cy="330292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EAFF809C-53D5-A40B-8E1D-519BEE855CDA}"/>
              </a:ext>
            </a:extLst>
          </p:cNvPr>
          <p:cNvSpPr/>
          <p:nvPr/>
        </p:nvSpPr>
        <p:spPr>
          <a:xfrm>
            <a:off x="10889673" y="4885112"/>
            <a:ext cx="3366655" cy="330292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39585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המוצר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FixSlot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עמוד הזמנת תורים לספקי שירות עצמאיים.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55280" y="2468880"/>
            <a:ext cx="35661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46888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הבעיה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ספרים, מטפלים, מאמנים, מורים פרטיים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0" y="37124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מנהלים תורים ב-WhatsApp מסביב לשעון.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40416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0" y="4370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Double-bookings, no-shows,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0" y="47000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תזכורות ידניות, רדיפה אחרי תשלום.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0" y="50292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0" y="53583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שעות יקרות שיכלו ללכת ללקוחות.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06240" y="2468880"/>
            <a:ext cx="35661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7662672" y="246888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448056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קהל היעד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48056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ספקי שירות עצמאיים בישראל.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80560" y="37124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80560" y="40416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כ-50,000 בעלי עסק יחיד -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4370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ספרים, פיזיותרפיסטים,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80560" y="47000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מאמנים, יועצים, מורים פרטיים.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80560" y="50292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480560" y="53583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כבר על WhatsApp ו-Instagram -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480560" y="56875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צריכים רק לינק להזמנה.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2468880"/>
            <a:ext cx="35661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3913632" y="246888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73152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הפתרון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עמוד הזמנה ציבורי לכל ספק: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1520" y="37124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book.fixslot.io/yossi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31520" y="40416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31520" y="4370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 בוחר זמן ←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47000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משלם פיקדון ←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31520" y="50292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מקבל אישור באימייל.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31520" y="53583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56875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הספק רואה את היום בעמוד אחד.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הקוד  ·  בעיה מול פתרון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רגע לפני שמתחילים לבנות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 ירוץ ברגע שאומרים לו. השאלה היא לאן.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172200" y="2240280"/>
            <a:ext cx="5532120" cy="338328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46520" y="246888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Space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46520" y="27889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הבעיה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46520" y="32918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למי, למה, ומתי זה כואב.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370332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מי המשתמש? תאר אותו ספציפית.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46520" y="4087368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מה הוא עושה היום בלי המוצר?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46520" y="4471416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איפה הוא נתקע — מה הכאב?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46520" y="4855464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מה הצלחה בשבילו?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5239512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מה לא מעניין לפתור?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240280"/>
            <a:ext cx="55321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5897880" y="2240280"/>
            <a:ext cx="91440" cy="3383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31520" y="246888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7889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הפתרון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1520" y="32918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איך, במה, ובאיזה סדר.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370332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אילו 2-3 גישות שונות נשקלו?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4087368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User stories - כל אחת בעצמה ברורה?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4471416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Stack? Frontend? DB?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4855464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מה ב-MVP — ומה מחוץ?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5239512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סיכונים, השערות, מה לבדוק קודם?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גבולות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 בונים היום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discipline - הסיבה שבאמת נסיים ב-55 דקות.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115568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46520" y="24048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ספקים בעסק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46520" y="27889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ספק יחיד בלבד. צוות → אפשר לעשות, אבל לא היום.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539496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85800" y="24048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סנכרון יומן (Google/iCal)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27889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המוצר עצמאי. אינטגרציה כן - בעדכון הבא.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52044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1115568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46520" y="3685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תזכורות SMS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46520" y="40690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אימייל בלבד דרך Resend. SMS דורש ספק נוסף ועלויות שונות.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52044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539496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85800" y="3685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החזרים וביטולים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40690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הזמנה היא final. flow ביטולים = עוד 4-5 שעות עבודה.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480060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1155680" y="4965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446520" y="49651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תורים חוזרים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46520" y="53492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הזמנה היא יחידה. recurring = גרף שאילתות אחר לגמרי.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80060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5394960" y="4965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85800" y="49651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אדמין/ניהול לקוחות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85800" y="53492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לקוחות לא נשמרים - רק email לכל הזמנה.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הקוד  ·  CLAUDE.md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/init — נותנים לסוכן מוח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הפקודה הראשונה בכל פרויקט חדש. סורקת את הריפו וכותבת CLAUDE.md ראשוני.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40280"/>
            <a:ext cx="11247120" cy="100584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640080" y="2359152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804672" y="2359152"/>
            <a:ext cx="118872" cy="11887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969264" y="2359152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claude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8986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/init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3429000"/>
            <a:ext cx="5532120" cy="10744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11612880" y="3429000"/>
            <a:ext cx="91440" cy="10744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6400800" y="356616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המוצר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0" y="39319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קצר של המוצר ושל מי שמשתמש בו. שורה-שתיים, לא יותר.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5532120" cy="10744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5897880" y="3429000"/>
            <a:ext cx="91440" cy="10744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85800" y="356616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" y="39319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· Supabase · Tailwind — כל מה שצריך לזהות מיד.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4686300"/>
            <a:ext cx="5532120" cy="10744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1612880" y="4686300"/>
            <a:ext cx="91440" cy="10744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6400800" y="482346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Conventions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0" y="51892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תיקיות, naming, איך מטפלים בשגיאות, איפה הטסטים.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686300"/>
            <a:ext cx="5532120" cy="10744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5897880" y="4686300"/>
            <a:ext cx="91440" cy="10744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685800" y="482346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/ DON'T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85800" y="51892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אסור לגעת ב-prod DB. אל תכניס secrets. השתמש ב-pnpm לא npm.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/init הוא נקודת התחלה. CLAUDE.md הוא תחזוקה - עורכים אותו ידנית לאורך הזמן.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הקוד  ·  brainstorming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defTabSz="914400" rtl="0" eaLnBrk="1" latinLnBrk="0" hangingPunct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cs typeface="Arial" pitchFamily="34" charset="-120"/>
              </a:rPr>
              <a:t>/superpowers: brainstorming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superpowers › brainstorming  →  writing-plans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לא נותן לסוכן לכתוב קוד עד שהבעיה ברורה. זאת הסיבה שמשתמשים בו.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377440"/>
            <a:ext cx="91440" cy="5943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10835640" y="251460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1083564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0" y="23774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37744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סורק את הריפו, קורא CLAUDE.md, מבין הקיים.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11612880" y="3035808"/>
            <a:ext cx="91440" cy="5943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0835640" y="3172968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10835640" y="3172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58000" y="303580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הבהרה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035808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שאלה אחת בכל פעם. מטרה, אילוצים, קריטריוני הצלחה.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694176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11612880" y="3694176"/>
            <a:ext cx="91440" cy="5943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0835640" y="3831336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10835640" y="3831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0" y="3694176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+ טרייד-אופים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3694176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מציע אלטרנטיבות אמיתיות. ממליץ — לא בוחר לבד.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352544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11612880" y="4352544"/>
            <a:ext cx="91440" cy="5943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0835640" y="4489704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835640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858000" y="4352544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doc + User Stories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4352544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כותב spec ל-docs/superpowers/specs/, ממתין לאישור.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5010912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11612880" y="5010912"/>
            <a:ext cx="91440" cy="5943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10835640" y="5148072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10835640" y="5148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858000" y="5010912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writing-plans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0080" y="5010912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נפרד — הופך spec ל-tasks קונקרטיות לביצוע.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הפעלה: השאלה הראשונה — "תעזור לי לחשוב על X" — וה-Skill נכנס לעבודה אוטומטית.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</a:t>
            </a: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הראשון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כותבים כשמתחילים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 הראשון מציב את הנושא. ה-Skill מוביל את שאר השיחה.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172200" y="219456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המבנה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172200" y="2514600"/>
            <a:ext cx="5532120" cy="13716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6309360" y="2633472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6455664" y="2633472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6601968" y="2633472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355080" y="288036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/superpowers:brainstorming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55080" y="32004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00" i="1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[1-2 משפטים: מי הבעיה, מה הכאב]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55080" y="352044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בוא נחשוב יחד  /  בוא נסקור אפשרויות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4023360"/>
            <a:ext cx="553212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6E9A5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6355080" y="4096512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6E9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טוב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55080" y="4389120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"אני רוצה לבנות משהו שיעזור לסטודנטים לעקוב אחרי deadlines. לא בטוח מה ייכנס. בוא נחשוב יחד."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72200" y="4983480"/>
            <a:ext cx="553212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355080" y="5056632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גרוע — פתרון מוכן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55080" y="5349240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"בנה todo app ב-React + Supabase, עם dark mode, תזכורות, שיתוף, ו-PWA."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219456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מה ה-Skill עושה אחר כך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514600"/>
            <a:ext cx="5532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5897880" y="25146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5212080" y="2715768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5212080" y="27157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" y="251460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סורק את CLAUDE.md ואת הריפו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364992"/>
            <a:ext cx="5532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5897880" y="3364992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5212080" y="3566160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521208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85800" y="3364992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שואל שאלה אחת בכל פעם — בכוונה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4215384"/>
            <a:ext cx="5532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5897880" y="4215384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5212080" y="441655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5212080" y="44165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85800" y="4215384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מציע 2-3 גישות עם טרייד-אופים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57200" y="5065776"/>
            <a:ext cx="5532120" cy="7772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5212080" y="5266944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5212080" y="52669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85800" y="5065776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כותב design doc ל-docs/superpowers/specs/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85800" y="5568696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ואז: writing-plans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אנחנו בונים - ולמה ה-stack הזה.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ה-STACK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ה-stack שנשתמש בו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8961120" y="19476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476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(App Router) + React + Tailwind + shadcn/ui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961120" y="26334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6334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API routes / Server Actions, NextAuth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961120" y="33192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3192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(Supabase), Prisma ORM, migrations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8862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8961120" y="40050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APIs חיצוניים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40050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PayPlus (תשלומים), Resend (אימייל), אחסון קבצים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5720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8961120" y="46908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אירוח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46908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- push to deploy, preview URL לכל branch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52578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8961120" y="53766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שרתי MCP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53766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Supabase, Vercel, GitHub  ·  PayPlus דרך REST + docs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למה NEXT.JS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Next.js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217920" y="178308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11612880" y="178308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במאגר אחד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Frontend, API, לוגיקת שרת - אותו פרויקט. בלי backend נפרד.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5852160" y="178308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008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Components &amp; Actions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שאילתות DB בשרת, בלי קוד glue. פחות טקס.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320040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11612880" y="320040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6400800" y="3383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מכיר אותו לעומק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37947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ה-framework המאומן הכי טוב → פחות הזיות, קוד טוב יותר מהפעם הראשונה.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5852160" y="320040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אקוסיסטם ענק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37947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Auth, תשלומים, ORMs, ספריות UI - כולם מניחים ש-Next.js בשימוש.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461772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461772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6400800" y="4800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 + routing + SEO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0" y="52120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 מובנה. אופטימיזציית תמונות, metadata, streaming - מהקופסה.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61772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5852160" y="461772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640080" y="4800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 לגייס לזה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0080" y="52120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מיומנויות React בכל מקום - הצוות או שכיר עתידי יוכלו ללמוד.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למה VERCEL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Vercel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11155680" y="202996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115568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75120" y="1920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נבנה על ידי צוות Next.js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בלי הגדרות. הבית הטבעי של ה-framework.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155680" y="289864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11155680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2788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 ל-deploy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1089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push מקבל preview URL - לשתף עם לקוחות לפני merge.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11155680" y="376732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11155680" y="3767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36576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tier מספיק ל-MVP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39776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רוב פרויקטי SaaS בתחילת הדרך לא משלמים עד שיש משתמשים.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43484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1155680" y="463600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11155680" y="4636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7512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עבודת DevOps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" y="48463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 vars, logs, analytics, CDN, edge functions - הכל מובנה.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30352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11155680" y="550468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11155680" y="5504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75120" y="5394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 Vercel MCP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4008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יכול לעשות deploy, לקרוא build logs, לתקן שגיאות בלי לצאת מהטרמינל.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חלופות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לבחור אחרת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ה-stack הזה הוא לא דוֹגמה. שלושה מקרים שכדאי לשקול חלופות.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112471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Background jobs כבדים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ארוכות, queues, schedulers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1546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הוסף worker (Render, Railway, Heroku)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112471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0080" y="3749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דרישות data residency נוקשות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0080" y="4114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מידע אירופי / ישראלי חייב להישאר באזור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3891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בדוק Vercel regions, או self-host על Hetzner / AWS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846320"/>
            <a:ext cx="112471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640080" y="4983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צוות שלא על React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008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הצוות הקיים על Vue / Svelte / Rails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6235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SvelteKit, Nuxt או Rails סבירים בהחלט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מודל הנתונים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הנתונים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ישויות, יחסים פשוטים. הזה ה-schema שיוצא מ-Plan mode.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646920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9646920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9646920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784080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784080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784080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784080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slug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482328" y="3657600"/>
            <a:ext cx="164592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9482328" y="33375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24344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7324344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324344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461504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61504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providerId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61504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461504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61504" y="4334256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159752" y="3657600"/>
            <a:ext cx="164592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159752" y="33375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01768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5001768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5001768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Slot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38928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38928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serviceId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38928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startsAt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38928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endsAt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37176" y="3657600"/>
            <a:ext cx="164592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4837176" y="33375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679192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4" name="Shape 32"/>
          <p:cNvSpPr/>
          <p:nvPr/>
        </p:nvSpPr>
        <p:spPr>
          <a:xfrm>
            <a:off x="2679192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2679192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816352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816352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slotId  ★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16352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customerEmail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816352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514600" y="3657600"/>
            <a:ext cx="164592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41" name="Text 39"/>
          <p:cNvSpPr/>
          <p:nvPr/>
        </p:nvSpPr>
        <p:spPr>
          <a:xfrm>
            <a:off x="2514600" y="33375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1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56616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Shape 41"/>
          <p:cNvSpPr/>
          <p:nvPr/>
        </p:nvSpPr>
        <p:spPr>
          <a:xfrm>
            <a:off x="356616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Text 42"/>
          <p:cNvSpPr/>
          <p:nvPr/>
        </p:nvSpPr>
        <p:spPr>
          <a:xfrm>
            <a:off x="356616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493776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93776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bookingId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93776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amount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93776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payplusId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57200" y="5212080"/>
            <a:ext cx="11247120" cy="9144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0" name="Shape 48"/>
          <p:cNvSpPr/>
          <p:nvPr/>
        </p:nvSpPr>
        <p:spPr>
          <a:xfrm>
            <a:off x="11612880" y="5212080"/>
            <a:ext cx="91440" cy="9144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1" name="Text 49"/>
          <p:cNvSpPr/>
          <p:nvPr/>
        </p:nvSpPr>
        <p:spPr>
          <a:xfrm>
            <a:off x="10881360" y="5349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2600" dirty="0"/>
          </a:p>
        </p:txBody>
      </p:sp>
      <p:sp>
        <p:nvSpPr>
          <p:cNvPr id="52" name="Text 50"/>
          <p:cNvSpPr/>
          <p:nvPr/>
        </p:nvSpPr>
        <p:spPr>
          <a:xfrm>
            <a:off x="7315200" y="5303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האילוץ הקריטי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40080" y="565099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על Booking.slotId - מבטיח אין double-booking ברמת ה-DB. לא מסתמכים על הקליינט.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וחשיבה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להתאים את הכלי לעבודה.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בחירת מודל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איזה מודל לבחור?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אותה תפיסה הנדסית כמו בכל משאב אחר - להתאים עלות לחומרה.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595360" y="2240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סוג העבודה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0" y="22402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 חשיבה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612880" y="2697480"/>
            <a:ext cx="91440" cy="868680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595360" y="28346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שגרתית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28346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עריכות קטנות, באגים פשוטים, refactor מקומי, כתיבת tests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2834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Sonnet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" y="2834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ללא thinking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11247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3657600"/>
            <a:ext cx="91440" cy="868680"/>
          </a:xfrm>
          <a:prstGeom prst="rect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8595360" y="3794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מורכבת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0" y="3794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 חוצה-קבצים, תכנון refactor בינוני, בעיות ביצועים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0" y="37947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Sonnet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" y="37947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hard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617720"/>
            <a:ext cx="11247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11612880" y="4617720"/>
            <a:ext cx="91440" cy="8686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8595360" y="4754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בעלות סיכון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0" y="4754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ארכיטקטורה, schema design, security review, קוד שיגיע ל-production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43200" y="4754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Opus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" y="4754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ultrathink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8686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התאם עלות לחומרה.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מלכודות: לבחור הכי חזק לכל דבר (איטי ויקר), או לעולם לא להפעיל thinking (תשובות בינוניות לבעיות קשות).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THINKING MODES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מצבי חשיבה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מילות מפתח בפרומפט שמרחיבות את הזמן ש-Claude חושב לפני שהוא עונה. קטנות, חזקות.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331720"/>
            <a:ext cx="91440" cy="731520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4963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12648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~4K טוקנים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4963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בעיה קטנה אבל לא טריוויאלית - מבנה לפונקציה, החלטה בין שתי גישות.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3200400"/>
            <a:ext cx="91440" cy="731520"/>
          </a:xfrm>
          <a:prstGeom prst="rect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8686800" y="336499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hard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126480" y="3383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~10K טוקנים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33649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חיפוש באג חוצה-קבצים, refactor מורכב, אלגוריתם לא-טריוויאלי.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4069080"/>
            <a:ext cx="91440" cy="731520"/>
          </a:xfrm>
          <a:prstGeom prst="rect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8686800" y="423367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harder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126480" y="4251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~20K טוקנים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23367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מערכתי שדורש לבחון trade-offs, race conditions עדינים.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93776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4937760"/>
            <a:ext cx="91440" cy="731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8686800" y="51023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ultrathink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126480" y="5120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~32K טוקנים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10235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ארכיטקטורה כבדות, security review מקיף, בעיות שכבר ניסיתם בלי thinking ונכשלתם.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 לב: thinking עולה טוקנים ומאט תגובה. לא להפעיל על משימות פשוטות.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THINKING מול PLAN MODE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סוגי תכנון - לא לבלבל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אחד פנימי. אחד חיצוני. עובדים מצוין יחד.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194560"/>
            <a:ext cx="54864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94560"/>
            <a:ext cx="91440" cy="3337560"/>
          </a:xfrm>
          <a:prstGeom prst="rect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92240" y="2377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פנימי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92240" y="26517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Thinking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92240" y="31546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חושב בשקט לפני שהוא עונה.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365760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טריגר: מילת מפתח בפרומפט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38770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(think / think hard / ultrathink)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92240" y="409651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92240" y="43159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פלט: התשובה הסופית בלבד.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92240" y="45354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רואים את ההיגיון - רק את התוצאה.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92240" y="47548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92240" y="49743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משפיע: על איכות התשובה.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92240" y="51937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מתי: בעיה קשה שצריכה reasoning עמוק.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194560"/>
            <a:ext cx="54864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5852160" y="2194560"/>
            <a:ext cx="91440" cy="33375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731520" y="2377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חיצוני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26517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mode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31520" y="31546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מציג תוכנית - ואתם מאשרים.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31520" y="365760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טריגר: Shift+Tab עד שמופיע plan mode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38770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409651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פלט: התוכנית עצמה.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43159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Claude יעשה, באיזה סדר, באילו קבצים.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31520" y="45354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" y="47548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משפיע: על שליטה ובטיחות.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1520" y="49743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מתי: לפני שינויים שלא רוצים לטעות בהם.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5577840"/>
            <a:ext cx="11247120" cy="77724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640080" y="565099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הם מתחברים.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 + ultrathink = התוכנית הכי שקולה שתקבלו. שמורים לרגעים שזה באמת חשוב.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1188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הפסקה</a:t>
            </a:r>
            <a:endParaRPr lang="en-US" sz="100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דקות  ·  חוזרים בתחילת השעה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 חיה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ממאגר ריק ל-SaaS פרוס.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הפרומפט הראשון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 הראשון של FixSlot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מסגרת 10 הרכיבים מהמפגש הקודם - מיושמת כאן. (6, 8, 10 מדולגים - אופציונליים.)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612880" y="1874520"/>
            <a:ext cx="73152" cy="4526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·  הקשר וזהות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093976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אתה מהנדס תוכנה בכיר. אנחנו עובדים יחד על FixSlot - SaaS להזמנת תורים לספקי שירות עצמאיים בישראל.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386584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·  טון ותקשורת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60604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ישיר, תמציתי. תשאל אם לא בטוח. אל תוסיף disclaimers. תגיד למה אתה לא מסכים - אל תסכים סתם.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898648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·  רקע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118104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Stack: Next.js 15 (App Router), TypeScript, Tailwind, shadcn/ui, Prisma, Supabase Postgres, NextAuth + Resend, PayPlus, Vercel.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3558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מוצר: ספק מקבל URL ציבורי (book.fixslot.io/yossi). לקוח בוחר slot → משלם פיקדון → מקבל אישור באימייל. הספק רואה לוח-יום ב-dashboard.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648456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·  חוקים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86791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Actions בלבד (לא API routes)  ·  כל קלט עובר Zod  ·  Tailwind בלבד, אין CSS-in-JS  ·  דו-לשוני HE/EN עם RTL  ·  UNIQUE על Booking.slotId - אין double-booking ברמת ה-DB.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160520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·  דוגמאות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379976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קבצים מועדף: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61772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/app/(public)/[slug]/page.tsx       -  booking page ציבורית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855464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/app/(provider)/dashboard/page.tsx  -  דשבורד ספק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509320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/lib/actions/booking.ts             -  server actions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5385816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·  המשימה המיידית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560527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כתוב CLAUDE.md לפרויקט. כלול stack, מוסכמות קוד, מבנה קבצים, ודברים שאסור לעשות.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·  פורמט הפלט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6117336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החזר רק את תוכן ה-CLAUDE.md ב-markdown, מוכן להעתקה. בלי הקדמה, בלי הסברים מסביב.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התוכנית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שלבים, 55 דקות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מהבטן ועד deploy. עוצרים אחרי כל שלב, בודקים את ה-diff.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194560"/>
            <a:ext cx="5486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064240" y="237744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10642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355080" y="23134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55080" y="2651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create-next-app, נבקש מ-Claude לכתוב CLAUDE.md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5486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5303520" y="237744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530352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4360" y="23134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4360" y="2651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מודל הנתונים + Prisma schema (ultrathink)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3154680"/>
            <a:ext cx="5486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064240" y="333756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10642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55080" y="32735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55080" y="36118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Migrations דרך Supabase MCP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154680"/>
            <a:ext cx="5486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5303520" y="333756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53035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94360" y="32735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94360" y="36118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NextAuth + Resend magic links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486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1064240" y="429768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10642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355080" y="4233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פיצ׳ר CRUD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355080" y="45720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עמוד הזמנות, באמצעות ה-skill של shadcn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114800"/>
            <a:ext cx="5486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5303520" y="429768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530352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94360" y="4233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תשלומים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94360" y="45720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PayPlus checkout (REST API + WebFetch על ה-docs)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17920" y="5074920"/>
            <a:ext cx="5486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11064240" y="525780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1106424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355080" y="51937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355080" y="55321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MCP - push ושחרור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5074920"/>
            <a:ext cx="5486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Shape 39"/>
          <p:cNvSpPr/>
          <p:nvPr/>
        </p:nvSpPr>
        <p:spPr>
          <a:xfrm>
            <a:off x="5303520" y="525780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Text 40"/>
          <p:cNvSpPr/>
          <p:nvPr/>
        </p:nvSpPr>
        <p:spPr>
          <a:xfrm>
            <a:off x="530352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94360" y="51937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594360" y="55321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הדבקת שגיאה / צילום מסך, צופים ב-Claude מתקן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1188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8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עכשיו בונים.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429768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עוברים לטרמינל. צופים בשינויים. עוצרים, שואלים, מתקנים.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כשנשבר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ה-debug loop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כשהקוד לא רץ, הקפיץ אדום בטרמינל, או ש-Vercel מחזיר build error.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4028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240280"/>
            <a:ext cx="91440" cy="8229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698480" y="240487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94360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הדבק את כל השגיאה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להסתפק ב-"זה לא עובד". העתק את ה-stack trace המלא, את ה-build log מ-Vercel, את ה-error הספציפי.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3200400"/>
            <a:ext cx="91440" cy="8229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698480" y="336499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94360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תן הקשר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36576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ניסית לעשות? איזה קובץ נגעת לאחרונה? אם יש צילום מסך - הדבק. Claude קורא תמונות.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16052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4160520"/>
            <a:ext cx="91440" cy="8229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698480" y="432511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943600" y="4297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תן ל-Claude לחקור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0080" y="46177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לתקן מיד - "תאתר את שורש הבעיה לפני שאתה כותב fix". Plan mode כאן עוזר מאוד.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512064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5120640"/>
            <a:ext cx="91440" cy="8229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698480" y="528523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5943600" y="5257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אמת לפני שאתה מאשר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" y="55778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תיקון לא נגמר עד שהבדיקה עוברת. תריץ tests, תבדוק שה-feature עובדת, ורק אז commit.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לקחת הביתה.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05  ·  מלכודות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לא להשתמש ב-Claude Code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1247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11612880" y="1691640"/>
            <a:ext cx="91440" cy="960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09270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185623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 בלי tests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 אפשר לאמת את התוצאה. תסמוך על ה-diff - ולא צריך.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11247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612880" y="2788920"/>
            <a:ext cx="91440" cy="960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1092708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" y="295351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סקריפטים חד-פעמיים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2918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אפשר לכתוב ב-30 שניות, פשוט תכתוב. אל תשלם טוקנים על עבודה טריוויאלית.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886200"/>
            <a:ext cx="11247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11612880" y="3886200"/>
            <a:ext cx="91440" cy="960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109270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40080" y="405079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כשצריך לחשוב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438912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ארכיטקטורה, שמות, trade-offs מוצריים. Claude הוא הידיים שלך, לא המוח.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983480"/>
            <a:ext cx="11247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1612880" y="4983480"/>
            <a:ext cx="91440" cy="960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1092708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40080" y="514807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 של production תחת לחץ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" y="54864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לרעיונות - כן. ההחלטה - שלך. פלט גרוע בזמן outage כואב.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05  ·  לקחים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לקחת הביתה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1338560" y="187452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1133856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 לפני שינויים גדולים. ultrathink כשזה באמת חשוב.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338560" y="2587752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1338560" y="2587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5877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התאם מודל לעבודה - Sonnet ל-90% מהזמן, Opus כשיש החלטה כבדה.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1338560" y="3300984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1133856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0098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כתוב CLAUDE.md ראשון. הוא משלם את עצמו בכל סשן הבא.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1338560" y="4014216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11338560" y="4014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01421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תכנן את ה-schema לפני קוד. constraints ב-DB, לא בקליינט.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1338560" y="4727448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1338560" y="4727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72744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diff אחרי כל שינוי. אתם ה-QA, גם כשממהרים.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1338560" y="544068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1133856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כשנשבר - הדבק את כל השגיאה. לא לתקן ראשון - לחקור ראשון.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36576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-914400" y="-1828800"/>
            <a:ext cx="3657600" cy="3657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1887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שאלות?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457200" y="393192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בואו נדבר.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23560" y="5029200"/>
            <a:ext cx="91440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457200" y="5212080"/>
            <a:ext cx="1188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  ·  errn.io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2842</TotalTime>
  <Words>2751</Words>
  <Application>Microsoft Macintosh PowerPoint</Application>
  <PresentationFormat>Widescreen</PresentationFormat>
  <Paragraphs>510</Paragraphs>
  <Slides>32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- בנייה</dc:title>
  <dc:subject>PptxGenJS Presentation</dc:subject>
  <dc:creator>טל גורביץ׳</dc:creator>
  <cp:lastModifiedBy>טל גורביץ - מנהל אדמניסטרטיבי, Ofektech</cp:lastModifiedBy>
  <cp:revision>18</cp:revision>
  <dcterms:created xsi:type="dcterms:W3CDTF">2026-05-03T12:13:43Z</dcterms:created>
  <dcterms:modified xsi:type="dcterms:W3CDTF">2026-05-17T06:50:24Z</dcterms:modified>
</cp:coreProperties>
</file>